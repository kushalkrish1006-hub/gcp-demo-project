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GCP Data Engineering End-to-End Project for Senior/Lead Data Engineer Interviews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production-grade E-commerce Analytics Platform on GCP covering batch, streaming, orchestration, monitoring, security and 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50M orders/day, near real-time analytics, historical reporting, scalable architecture, data quality and governance.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Faker/API → Pub/Sub → Dataflow → GCS Bronze → Dataproc → BigQuery Silver/Gold → Looker Studio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GCP Services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GCS, Pub/Sub, Dataflow, Dataproc, Composer, BigQuery, IAM, Monitoring, Logging, Looker Studio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Orders API, Customer Master, Product Master, CDC feeds, batch 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Lake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Bronze, Silver, Gold layers in GCS. Raw, Cleansed and Business-ready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Customers, Products, Orders, Payments, Shipments datasets.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Fact Orders with Customer, Product, Date, Payment dimensions.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 Fact, Snapshot Fact, Accumulating Snapshot examples.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Conformed Dimensions, Surrogate Keys, Slowly Changing Dimensions.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SCD Type 1 vs Type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to overwrite and when to preserve history.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Batch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CSV/Parquet from GCS using Dataproc PySpark.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PySpark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Joins, Aggregations, Window Functions, Deduplication, Null Handling.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Spark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Partitioning, Repartition, Coalesce, Broadcast Joins, Caching, Catalyst Optimizer.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Pub/Sub → Dataflow → BigQuery for near real-time analytics.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Dataflow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Windowing, Watermarking, Late Arriving Data, Dead Letter Queues.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Composer/Airflow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DAGs, Operators, Sensors, Retries, Scheduling, Dependency Management.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BigQuery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Partitioning, Clustering, Materialized Views, MERGE, Incremental Loads.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Partition pruning, lifecycle policies, autoscaling, storage optimization.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Monitoring, Cloud Logging, Alerts, SLA dashboards.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IAM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Service Accounts, Least Privilege, Secret Manager, Audit Logs.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for Data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GitHub, Cloud Build, Terraform, Deployment Pipelines.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Design, Data Modeling, PySpark, BigQuery, GCP Architecture scenarios.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Week-by-week implementation plan from data generation to production-ready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